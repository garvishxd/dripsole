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8" r:id="rId2"/>
    <p:sldId id="267" r:id="rId3"/>
    <p:sldId id="271" r:id="rId4"/>
    <p:sldId id="349" r:id="rId5"/>
    <p:sldId id="273" r:id="rId6"/>
    <p:sldId id="363" r:id="rId7"/>
    <p:sldId id="350" r:id="rId8"/>
    <p:sldId id="364" r:id="rId9"/>
    <p:sldId id="319" r:id="rId10"/>
    <p:sldId id="324" r:id="rId11"/>
    <p:sldId id="357" r:id="rId12"/>
    <p:sldId id="360" r:id="rId13"/>
    <p:sldId id="365" r:id="rId14"/>
    <p:sldId id="366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FE523BE-86A7-4241-BF0C-DABDF0B5BA16}">
          <p14:sldIdLst>
            <p14:sldId id="268"/>
            <p14:sldId id="267"/>
            <p14:sldId id="271"/>
            <p14:sldId id="349"/>
            <p14:sldId id="273"/>
            <p14:sldId id="363"/>
            <p14:sldId id="350"/>
            <p14:sldId id="364"/>
            <p14:sldId id="319"/>
            <p14:sldId id="324"/>
            <p14:sldId id="357"/>
            <p14:sldId id="360"/>
            <p14:sldId id="365"/>
            <p14:sldId id="366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mita Sharma" initials="AS" lastIdx="1" clrIdx="0">
    <p:extLst>
      <p:ext uri="{19B8F6BF-5375-455C-9EA6-DF929625EA0E}">
        <p15:presenceInfo xmlns:p15="http://schemas.microsoft.com/office/powerpoint/2012/main" userId="4e8cc8514e8c31f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64" autoAdjust="0"/>
    <p:restoredTop sz="94660"/>
  </p:normalViewPr>
  <p:slideViewPr>
    <p:cSldViewPr>
      <p:cViewPr varScale="1">
        <p:scale>
          <a:sx n="79" d="100"/>
          <a:sy n="79" d="100"/>
        </p:scale>
        <p:origin x="129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</p:spPr>
        <p:txBody>
          <a:bodyPr/>
          <a:lstStyle>
            <a:lvl1pPr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5BB0C6-8FC1-47C0-B737-D54E21B5B868}" type="datetimeFigureOut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8887D6-2A35-42AC-99C1-5E14D32EE4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LOGO.gif"/>
          <p:cNvPicPr>
            <a:picLocks noChangeAspect="1"/>
          </p:cNvPicPr>
          <p:nvPr/>
        </p:nvPicPr>
        <p:blipFill>
          <a:blip r:embed="rId2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6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pic>
          <p:nvPicPr>
            <p:cNvPr id="7" name="Picture 9" descr="LOGO.gif"/>
            <p:cNvPicPr>
              <a:picLocks noChangeAspect="1"/>
            </p:cNvPicPr>
            <p:nvPr/>
          </p:nvPicPr>
          <p:blipFill>
            <a:blip r:embed="rId2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Rectangle 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</p:grpSp>
      <p:pic>
        <p:nvPicPr>
          <p:cNvPr id="9" name="Picture 15" descr="logo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2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5BB0C6-8FC1-47C0-B737-D54E21B5B868}" type="datetimeFigureOut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8887D6-2A35-42AC-99C1-5E14D32EE4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BB0C6-8FC1-47C0-B737-D54E21B5B868}" type="datetimeFigureOut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87D6-2A35-42AC-99C1-5E14D32EE4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6477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b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1D5BB0C6-8FC1-47C0-B737-D54E21B5B868}" type="datetimeFigureOut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b="1">
                <a:solidFill>
                  <a:srgbClr val="0070C0"/>
                </a:solidFill>
                <a:latin typeface="Times New Roman" pitchFamily="18" charset="0"/>
                <a:ea typeface="ＭＳ Ｐゴシック" charset="-128"/>
                <a:cs typeface="Times New Roman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b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0F8887D6-2A35-42AC-99C1-5E14D32EE4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31" name="Rectangle 11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 flipV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B/>
          </a:sp3d>
        </p:spPr>
        <p:txBody>
          <a:bodyPr wrap="none" anchor="ctr"/>
          <a:lstStyle/>
          <a:p>
            <a:pPr>
              <a:defRPr/>
            </a:pPr>
            <a:endParaRPr lang="en-US" dirty="0">
              <a:latin typeface="Calibri" charset="0"/>
              <a:ea typeface="ＭＳ Ｐゴシック" charset="-128"/>
            </a:endParaRPr>
          </a:p>
        </p:txBody>
      </p:sp>
      <p:pic>
        <p:nvPicPr>
          <p:cNvPr id="1035" name="Picture 10" descr="LOGO.gif"/>
          <p:cNvPicPr>
            <a:picLocks noChangeAspect="1"/>
          </p:cNvPicPr>
          <p:nvPr/>
        </p:nvPicPr>
        <p:blipFill>
          <a:blip r:embed="rId5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10" descr="LOGO.gif"/>
          <p:cNvPicPr>
            <a:picLocks noChangeAspect="1"/>
          </p:cNvPicPr>
          <p:nvPr/>
        </p:nvPicPr>
        <p:blipFill>
          <a:blip r:embed="rId5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1039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pic>
          <p:nvPicPr>
            <p:cNvPr id="1040" name="Picture 9" descr="LOGO.gif"/>
            <p:cNvPicPr>
              <a:picLocks noChangeAspect="1"/>
            </p:cNvPicPr>
            <p:nvPr/>
          </p:nvPicPr>
          <p:blipFill>
            <a:blip r:embed="rId5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Rectangle 1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</p:grpSp>
      <p:pic>
        <p:nvPicPr>
          <p:cNvPr id="1038" name="Picture 15" descr="logo.jpg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</p:sldLayoutIdLst>
  <mc:AlternateContent xmlns:mc="http://schemas.openxmlformats.org/markup-compatibility/2006">
    <mc:Choice xmlns:p159="http://schemas.microsoft.com/office/powerpoint/2015/09/main" xmlns="" Requires="p159">
      <p:transition>
        <p159:morph option="byObject"/>
      </p:transition>
    </mc:Choice>
    <mc:Fallback>
      <p:transition>
        <p:fade/>
      </p:transition>
    </mc:Fallback>
  </mc:AlternateConten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MS PGothic"/>
          <a:cs typeface="MS PGothic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MS PGothic"/>
          <a:cs typeface="MS PGothic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MS PGothic"/>
          <a:cs typeface="MS PGothic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MS PGothic"/>
          <a:cs typeface="MS PGothic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ongodb.com/docs/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59632" y="1196827"/>
            <a:ext cx="66247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BEE Project</a:t>
            </a:r>
          </a:p>
          <a:p>
            <a:pPr algn="ctr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 Ticket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75856" y="4653136"/>
            <a:ext cx="2551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596CC0-0544-9FD2-7AFD-B23ECB7AE8F4}"/>
              </a:ext>
            </a:extLst>
          </p:cNvPr>
          <p:cNvSpPr txBox="1"/>
          <p:nvPr/>
        </p:nvSpPr>
        <p:spPr>
          <a:xfrm>
            <a:off x="1907704" y="2914198"/>
            <a:ext cx="5112568" cy="21852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Details: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Garvish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(2310990257)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Devansh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(2310990322)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Garima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(2310990333)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Garvit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(2310990334)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Trainer’s Name : Mr. Rahul Singh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7624" y="5661248"/>
            <a:ext cx="69470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Chitkara University Institute of Engineering and Technology, </a:t>
            </a:r>
          </a:p>
          <a:p>
            <a:pPr algn="ctr"/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Chitkara University, Punjab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Table of Contents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1560" y="1772816"/>
            <a:ext cx="691276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>
              <a:buFont typeface="Arial" pitchFamily="34" charset="0"/>
              <a:buChar char="•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pPr>
              <a:buFont typeface="Arial" pitchFamily="34" charset="0"/>
              <a:buChar char="•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Technical Details</a:t>
            </a:r>
          </a:p>
          <a:p>
            <a:pPr>
              <a:buFont typeface="Arial" pitchFamily="34" charset="0"/>
              <a:buChar char="•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Challenges Faced</a:t>
            </a:r>
          </a:p>
          <a:p>
            <a:pPr>
              <a:buFont typeface="Arial" pitchFamily="34" charset="0"/>
              <a:buChar char="•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Key Features</a:t>
            </a:r>
          </a:p>
          <a:p>
            <a:pPr>
              <a:buFont typeface="Arial" pitchFamily="34" charset="0"/>
              <a:buChar char="•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Future Scope</a:t>
            </a:r>
          </a:p>
          <a:p>
            <a:pPr>
              <a:buFont typeface="Arial" pitchFamily="34" charset="0"/>
              <a:buChar char="•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Project Highlights</a:t>
            </a:r>
          </a:p>
          <a:p>
            <a:pPr>
              <a:buFont typeface="Arial" pitchFamily="34" charset="0"/>
              <a:buChar char="•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pPr>
              <a:buFont typeface="Arial" pitchFamily="34" charset="0"/>
              <a:buChar char="•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272105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1F60A48-6F4B-D116-BBA5-DDBC7C6A8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905506"/>
            <a:ext cx="9145016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In today's fast-paced digital era, the demand for convenient online shopping has grown exponentially. This project presents Drip Sole, a modern e-commerce website that simplifies the process of exploring and purchasing a wide range of products online. The platform provides a user-friendly interface where customers can easily browse product categories, view detailed information, and make secure purchases. By offering a convenient and seamless shopping experience, Drip Sole aims to meet the needs of today's digital consumer.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8FA4A-18B3-A464-5BB7-40C8CC5A3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3DEADC-F209-EDBC-D8F7-5D2742427C95}"/>
              </a:ext>
            </a:extLst>
          </p:cNvPr>
          <p:cNvSpPr txBox="1"/>
          <p:nvPr/>
        </p:nvSpPr>
        <p:spPr>
          <a:xfrm>
            <a:off x="-36512" y="28009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D6631E5-DC5F-7DBD-4702-2D00F9D8B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473718"/>
            <a:ext cx="81369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16963F8-41B8-C451-7E09-F5597799488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84734" y="1950226"/>
            <a:ext cx="8247756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Traditional retail often involves limited product choices, long queues, and geographical constraints, leading to inconvenience for customers. Many existing e-commerce platforms may not provide a seamless or intuitive experience for browsing products, managing a cart, and completing a secure transaction. There is a need for an efficient, user-friendly online platform that allows customers to conveniently explore a diverse product catalog, check product details, and purchase items anytime, anywhere.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4676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Technical Details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4428CF-267A-1DF4-35B9-632A36F8A40C}"/>
              </a:ext>
            </a:extLst>
          </p:cNvPr>
          <p:cNvSpPr txBox="1"/>
          <p:nvPr/>
        </p:nvSpPr>
        <p:spPr>
          <a:xfrm>
            <a:off x="89756" y="992575"/>
            <a:ext cx="8964488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building a dynamic and responsive user interface.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/ Bootstrap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styling and creating a modern UI design.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server-side scripting and handling requests.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Express.js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building APIs and managing routing efficiently.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storing details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user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and orders 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Tools: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RESTful APIs for communication between frontend and backend.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Git/GitHub for version control.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9BD7B-D20E-6C5E-6070-197BF3D697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Challenges Faced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A1E7A5-EFC6-D802-2730-B3A92F6B01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1340768"/>
            <a:ext cx="8153400" cy="4724400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Integrating seat selection and real-time availability to avoid wrong orders.</a:t>
            </a:r>
            <a:b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Designing a responsive and user-friendly interface for various devices.</a:t>
            </a:r>
            <a:b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Ensuring secure user authentication and data handling.</a:t>
            </a:r>
            <a:b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Connecting frontend React components smoothly with backend APIs.</a:t>
            </a:r>
            <a:b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Managing database operations efficiently for order listings.</a:t>
            </a:r>
            <a:b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 errors and edge cases during orders, such as full shows or invalid inputs.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0176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B2273-FC2E-D77A-2484-E892AFE6D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A18734-2CCB-63C7-F640-2701F5395D56}"/>
              </a:ext>
            </a:extLst>
          </p:cNvPr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Key Features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BCB7C6D-8489-5992-0DE9-436435D31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1638672"/>
            <a:ext cx="8696964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Users: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/>
              <a:t>Browse products by category and search for specific items. Add products to a shopping cart and manage quantities. View order history for past and upcoming purchases.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Admin: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/>
              <a:t>Add, edit, or delete products in the system. Upload product images and provide detailed descriptions. Manage product listings and ensure inventory data is up-to-date.</a:t>
            </a:r>
          </a:p>
        </p:txBody>
      </p:sp>
    </p:spTree>
    <p:extLst>
      <p:ext uri="{BB962C8B-B14F-4D97-AF65-F5344CB8AC3E}">
        <p14:creationId xmlns:p14="http://schemas.microsoft.com/office/powerpoint/2010/main" val="41669334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FDEC3-8B39-8A3D-24A1-1CA45A338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5C44A3-87E8-88A2-65EB-4D745455AC41}"/>
              </a:ext>
            </a:extLst>
          </p:cNvPr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6E5E529-31C7-2283-1323-723EB6F31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26" y="1412776"/>
            <a:ext cx="869696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Payment Integration: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 users to pay securely via credit/debit cards, UPI, or digital wallets.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Reviews and Ratings: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users to rate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and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reviews.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Recommendations: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Suggest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items based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user preferences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Development: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Launch a mobile version for Android and iOS for wider accessibility.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Promotions and Discounts: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offers, coupons, and loyalty points for users.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Multi-City Support: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Expand the platform to support multiple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cities.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645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970F90-6F79-F470-6116-A8B47DB63B02}"/>
              </a:ext>
            </a:extLst>
          </p:cNvPr>
          <p:cNvSpPr txBox="1"/>
          <p:nvPr/>
        </p:nvSpPr>
        <p:spPr>
          <a:xfrm>
            <a:off x="1234289" y="188640"/>
            <a:ext cx="333456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1. Main Page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2607D1-948F-9235-C037-B6EC3A718A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15" y="1239440"/>
            <a:ext cx="7095281" cy="437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855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1BD18C-D707-8648-4498-9AF472D7E653}"/>
              </a:ext>
            </a:extLst>
          </p:cNvPr>
          <p:cNvSpPr txBox="1"/>
          <p:nvPr/>
        </p:nvSpPr>
        <p:spPr>
          <a:xfrm>
            <a:off x="-42380" y="178108"/>
            <a:ext cx="673224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2. </a:t>
            </a:r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3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 Details </a:t>
            </a:r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Booking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412B31-1182-4F92-DA17-1A98352B9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556792"/>
            <a:ext cx="7418612" cy="424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63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E9745-82A5-B274-0744-9345F22E3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B85F93-76BC-3E07-74E3-E88B022DA4E2}"/>
              </a:ext>
            </a:extLst>
          </p:cNvPr>
          <p:cNvSpPr txBox="1"/>
          <p:nvPr/>
        </p:nvSpPr>
        <p:spPr>
          <a:xfrm>
            <a:off x="1243430" y="208965"/>
            <a:ext cx="36741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3. </a:t>
            </a:r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3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 Orders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404741-98D7-E926-0152-656A67D7EF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340768"/>
            <a:ext cx="8529484" cy="495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4286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21B84-281D-F3C2-0A4A-1B7990F8C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81FF08-95C5-CD22-46B3-986E22163E4A}"/>
              </a:ext>
            </a:extLst>
          </p:cNvPr>
          <p:cNvSpPr txBox="1"/>
          <p:nvPr/>
        </p:nvSpPr>
        <p:spPr>
          <a:xfrm>
            <a:off x="1413220" y="208965"/>
            <a:ext cx="333456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4. </a:t>
            </a:r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3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ontact us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EA36DC-BA8A-3720-6C2D-42C944EC9F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340768"/>
            <a:ext cx="8815148" cy="464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3937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F9684-6783-FF49-6208-87C5F0A7C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F8FE79-E58E-5F73-47AF-CBA97ECD7482}"/>
              </a:ext>
            </a:extLst>
          </p:cNvPr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5A1DC3E-9C48-BE85-9725-37C23B105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26" y="2151439"/>
            <a:ext cx="869696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The Drip Sole e-commerce website provides a convenient and efficient way to shop for products online. It simplifies the process of exploring items, managing a cart, and completing secure transactions. The platform ensures secure data handling and maintains a user-friendly interface. Admins can manage product listings and inventory, keeping the system updated. Overall, the project enhances the online shopping experience for both customers and administrators.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3632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582B5-956E-1FF8-A923-8C0B0CBD7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800B8B-9FE1-F68C-B078-28948CB0371A}"/>
              </a:ext>
            </a:extLst>
          </p:cNvPr>
          <p:cNvSpPr txBox="1"/>
          <p:nvPr/>
        </p:nvSpPr>
        <p:spPr>
          <a:xfrm>
            <a:off x="467544" y="260648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43FDFEF-59EB-6680-00C5-2BDBA7223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26" y="1966774"/>
            <a:ext cx="869696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 Documentation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https://reactjs.org/docs/getting-started.html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and Express.js Documentation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https://nodejs.org/en/docs/ &amp; https://expressjs.com/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Documentation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https://www.mongodb.com/docs/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 Official Documentation – https://getbootstrap.com/docs/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tutorials and guides from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W3Schools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https://www.w3schools.com/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YouTube tutorials for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MERN Stack Projects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4958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AutoShape 4" descr="Download The Best Thank You Slide For PPT Pres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30" name="AutoShape 6" descr="Download The Best Thank You Slide For PPT Pres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32" name="AutoShape 8" descr="Download The Best Thank You Slide For PPT Pres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034" name="Picture 10" descr="Thank you cards Images | Free Vectors, Stock Photos &amp; PS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57232"/>
            <a:ext cx="9144000" cy="5786478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Bubble Sor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1307</TotalTime>
  <Words>564</Words>
  <Application>Microsoft Office PowerPoint</Application>
  <PresentationFormat>On-screen Show (4:3)</PresentationFormat>
  <Paragraphs>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ＭＳ Ｐゴシック</vt:lpstr>
      <vt:lpstr>ＭＳ Ｐゴシック</vt:lpstr>
      <vt:lpstr>Arial</vt:lpstr>
      <vt:lpstr>Calibri</vt:lpstr>
      <vt:lpstr>Times New Roman</vt:lpstr>
      <vt:lpstr>Bubble Sort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Challenges Faced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Cricket</dc:title>
  <dc:creator>abc</dc:creator>
  <cp:lastModifiedBy>Dell</cp:lastModifiedBy>
  <cp:revision>78</cp:revision>
  <dcterms:created xsi:type="dcterms:W3CDTF">2022-12-12T14:14:34Z</dcterms:created>
  <dcterms:modified xsi:type="dcterms:W3CDTF">2025-09-24T15:01:52Z</dcterms:modified>
</cp:coreProperties>
</file>